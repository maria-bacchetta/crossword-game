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8"/>
  </p:notesMasterIdLst>
  <p:handoutMasterIdLst>
    <p:handoutMasterId r:id="rId19"/>
  </p:handoutMasterIdLst>
  <p:sldIdLst>
    <p:sldId id="436" r:id="rId5"/>
    <p:sldId id="437" r:id="rId6"/>
    <p:sldId id="450" r:id="rId7"/>
    <p:sldId id="442" r:id="rId8"/>
    <p:sldId id="444" r:id="rId9"/>
    <p:sldId id="443" r:id="rId10"/>
    <p:sldId id="445" r:id="rId11"/>
    <p:sldId id="446" r:id="rId12"/>
    <p:sldId id="447" r:id="rId13"/>
    <p:sldId id="448" r:id="rId14"/>
    <p:sldId id="449" r:id="rId15"/>
    <p:sldId id="451" r:id="rId16"/>
    <p:sldId id="45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8187"/>
    <a:srgbClr val="0C4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769FEF-FE8F-F770-DED8-5A18EAFAFF11}" v="2" dt="2024-12-16T15:03:02.902"/>
  </p1510:revLst>
</p1510:revInfo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5394" autoAdjust="0"/>
  </p:normalViewPr>
  <p:slideViewPr>
    <p:cSldViewPr snapToGrid="0">
      <p:cViewPr varScale="1">
        <p:scale>
          <a:sx n="62" d="100"/>
          <a:sy n="62" d="100"/>
        </p:scale>
        <p:origin x="978" y="66"/>
      </p:cViewPr>
      <p:guideLst/>
    </p:cSldViewPr>
  </p:slideViewPr>
  <p:outlineViewPr>
    <p:cViewPr>
      <p:scale>
        <a:sx n="33" d="100"/>
        <a:sy n="33" d="100"/>
      </p:scale>
      <p:origin x="0" y="-1714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71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cchetta, Maria - 01" userId="ce3d2631-919a-4582-bfee-619b2c5d4b63" providerId="ADAL" clId="{E6781732-E4C4-4FE4-BD18-EA7BBB4AD06E}"/>
    <pc:docChg chg="undo custSel addSld delSld modSld sldOrd">
      <pc:chgData name="Bacchetta, Maria - 01" userId="ce3d2631-919a-4582-bfee-619b2c5d4b63" providerId="ADAL" clId="{E6781732-E4C4-4FE4-BD18-EA7BBB4AD06E}" dt="2024-12-13T20:45:47.845" v="3164" actId="20577"/>
      <pc:docMkLst>
        <pc:docMk/>
      </pc:docMkLst>
      <pc:sldChg chg="modSp mod">
        <pc:chgData name="Bacchetta, Maria - 01" userId="ce3d2631-919a-4582-bfee-619b2c5d4b63" providerId="ADAL" clId="{E6781732-E4C4-4FE4-BD18-EA7BBB4AD06E}" dt="2024-12-13T20:32:09.860" v="2200" actId="20577"/>
        <pc:sldMkLst>
          <pc:docMk/>
          <pc:sldMk cId="2567017441" sldId="437"/>
        </pc:sldMkLst>
        <pc:spChg chg="mod">
          <ac:chgData name="Bacchetta, Maria - 01" userId="ce3d2631-919a-4582-bfee-619b2c5d4b63" providerId="ADAL" clId="{E6781732-E4C4-4FE4-BD18-EA7BBB4AD06E}" dt="2024-12-09T13:59:29.908" v="280" actId="20577"/>
          <ac:spMkLst>
            <pc:docMk/>
            <pc:sldMk cId="2567017441" sldId="437"/>
            <ac:spMk id="3" creationId="{19504103-6319-C1BA-994F-97D3A9F1AA56}"/>
          </ac:spMkLst>
        </pc:spChg>
        <pc:spChg chg="mod">
          <ac:chgData name="Bacchetta, Maria - 01" userId="ce3d2631-919a-4582-bfee-619b2c5d4b63" providerId="ADAL" clId="{E6781732-E4C4-4FE4-BD18-EA7BBB4AD06E}" dt="2024-12-13T20:32:09.860" v="2200" actId="20577"/>
          <ac:spMkLst>
            <pc:docMk/>
            <pc:sldMk cId="2567017441" sldId="437"/>
            <ac:spMk id="4" creationId="{3D7927D6-AFA7-348E-8C32-400C1E6F321D}"/>
          </ac:spMkLst>
        </pc:spChg>
      </pc:sldChg>
      <pc:sldChg chg="addSp delSp modSp mod">
        <pc:chgData name="Bacchetta, Maria - 01" userId="ce3d2631-919a-4582-bfee-619b2c5d4b63" providerId="ADAL" clId="{E6781732-E4C4-4FE4-BD18-EA7BBB4AD06E}" dt="2024-12-13T20:36:35.746" v="2573" actId="1076"/>
        <pc:sldMkLst>
          <pc:docMk/>
          <pc:sldMk cId="3421864832" sldId="442"/>
        </pc:sldMkLst>
        <pc:spChg chg="mod">
          <ac:chgData name="Bacchetta, Maria - 01" userId="ce3d2631-919a-4582-bfee-619b2c5d4b63" providerId="ADAL" clId="{E6781732-E4C4-4FE4-BD18-EA7BBB4AD06E}" dt="2024-12-09T14:01:53.322" v="490" actId="20577"/>
          <ac:spMkLst>
            <pc:docMk/>
            <pc:sldMk cId="3421864832" sldId="442"/>
            <ac:spMk id="4" creationId="{607CC286-7253-B31F-DFE6-802920A9FC68}"/>
          </ac:spMkLst>
        </pc:spChg>
        <pc:spChg chg="del">
          <ac:chgData name="Bacchetta, Maria - 01" userId="ce3d2631-919a-4582-bfee-619b2c5d4b63" providerId="ADAL" clId="{E6781732-E4C4-4FE4-BD18-EA7BBB4AD06E}" dt="2024-12-09T14:00:56.886" v="297" actId="478"/>
          <ac:spMkLst>
            <pc:docMk/>
            <pc:sldMk cId="3421864832" sldId="442"/>
            <ac:spMk id="7" creationId="{64C3373C-68D9-4885-561A-71F22254CDAD}"/>
          </ac:spMkLst>
        </pc:spChg>
        <pc:picChg chg="add mod">
          <ac:chgData name="Bacchetta, Maria - 01" userId="ce3d2631-919a-4582-bfee-619b2c5d4b63" providerId="ADAL" clId="{E6781732-E4C4-4FE4-BD18-EA7BBB4AD06E}" dt="2024-12-09T13:59:51.626" v="285" actId="14100"/>
          <ac:picMkLst>
            <pc:docMk/>
            <pc:sldMk cId="3421864832" sldId="442"/>
            <ac:picMk id="9" creationId="{1114DC79-B0AE-3F81-3A86-255FAE757C0B}"/>
          </ac:picMkLst>
        </pc:picChg>
        <pc:picChg chg="add mod modCrop">
          <ac:chgData name="Bacchetta, Maria - 01" userId="ce3d2631-919a-4582-bfee-619b2c5d4b63" providerId="ADAL" clId="{E6781732-E4C4-4FE4-BD18-EA7BBB4AD06E}" dt="2024-12-09T14:00:51.404" v="296" actId="732"/>
          <ac:picMkLst>
            <pc:docMk/>
            <pc:sldMk cId="3421864832" sldId="442"/>
            <ac:picMk id="11" creationId="{493BF7D8-82C1-4BAB-341C-A348774CC369}"/>
          </ac:picMkLst>
        </pc:picChg>
        <pc:picChg chg="add mod modCrop">
          <ac:chgData name="Bacchetta, Maria - 01" userId="ce3d2631-919a-4582-bfee-619b2c5d4b63" providerId="ADAL" clId="{E6781732-E4C4-4FE4-BD18-EA7BBB4AD06E}" dt="2024-12-13T20:36:35.746" v="2573" actId="1076"/>
          <ac:picMkLst>
            <pc:docMk/>
            <pc:sldMk cId="3421864832" sldId="442"/>
            <ac:picMk id="13" creationId="{A4BB7B54-0708-61DF-D729-ABB8171D8B68}"/>
          </ac:picMkLst>
        </pc:picChg>
      </pc:sldChg>
      <pc:sldChg chg="addSp modSp mod">
        <pc:chgData name="Bacchetta, Maria - 01" userId="ce3d2631-919a-4582-bfee-619b2c5d4b63" providerId="ADAL" clId="{E6781732-E4C4-4FE4-BD18-EA7BBB4AD06E}" dt="2024-12-09T14:03:36.819" v="738" actId="20577"/>
        <pc:sldMkLst>
          <pc:docMk/>
          <pc:sldMk cId="1973992129" sldId="443"/>
        </pc:sldMkLst>
        <pc:spChg chg="mod">
          <ac:chgData name="Bacchetta, Maria - 01" userId="ce3d2631-919a-4582-bfee-619b2c5d4b63" providerId="ADAL" clId="{E6781732-E4C4-4FE4-BD18-EA7BBB4AD06E}" dt="2024-12-09T14:03:36.819" v="738" actId="20577"/>
          <ac:spMkLst>
            <pc:docMk/>
            <pc:sldMk cId="1973992129" sldId="443"/>
            <ac:spMk id="4" creationId="{E465DD06-4EC2-B706-AF41-45EBE5052BD9}"/>
          </ac:spMkLst>
        </pc:spChg>
        <pc:picChg chg="add mod">
          <ac:chgData name="Bacchetta, Maria - 01" userId="ce3d2631-919a-4582-bfee-619b2c5d4b63" providerId="ADAL" clId="{E6781732-E4C4-4FE4-BD18-EA7BBB4AD06E}" dt="2024-12-09T14:02:10.669" v="491" actId="14100"/>
          <ac:picMkLst>
            <pc:docMk/>
            <pc:sldMk cId="1973992129" sldId="443"/>
            <ac:picMk id="6" creationId="{40440242-40BF-0FBF-6C8D-AF42A7208391}"/>
          </ac:picMkLst>
        </pc:picChg>
      </pc:sldChg>
      <pc:sldChg chg="addSp delSp modSp mod ord">
        <pc:chgData name="Bacchetta, Maria - 01" userId="ce3d2631-919a-4582-bfee-619b2c5d4b63" providerId="ADAL" clId="{E6781732-E4C4-4FE4-BD18-EA7BBB4AD06E}" dt="2024-12-13T20:39:07.161" v="2838" actId="20577"/>
        <pc:sldMkLst>
          <pc:docMk/>
          <pc:sldMk cId="1614691465" sldId="444"/>
        </pc:sldMkLst>
        <pc:spChg chg="mod">
          <ac:chgData name="Bacchetta, Maria - 01" userId="ce3d2631-919a-4582-bfee-619b2c5d4b63" providerId="ADAL" clId="{E6781732-E4C4-4FE4-BD18-EA7BBB4AD06E}" dt="2024-12-13T20:39:07.161" v="2838" actId="20577"/>
          <ac:spMkLst>
            <pc:docMk/>
            <pc:sldMk cId="1614691465" sldId="444"/>
            <ac:spMk id="4" creationId="{94DB1433-67F9-DDFD-250E-D1971E848B9B}"/>
          </ac:spMkLst>
        </pc:spChg>
        <pc:spChg chg="del">
          <ac:chgData name="Bacchetta, Maria - 01" userId="ce3d2631-919a-4582-bfee-619b2c5d4b63" providerId="ADAL" clId="{E6781732-E4C4-4FE4-BD18-EA7BBB4AD06E}" dt="2024-12-13T20:27:27.381" v="2056" actId="22"/>
          <ac:spMkLst>
            <pc:docMk/>
            <pc:sldMk cId="1614691465" sldId="444"/>
            <ac:spMk id="7" creationId="{4DDA04D4-88CE-F5FE-7F3A-6039133534FE}"/>
          </ac:spMkLst>
        </pc:spChg>
        <pc:picChg chg="add mod ord modCrop">
          <ac:chgData name="Bacchetta, Maria - 01" userId="ce3d2631-919a-4582-bfee-619b2c5d4b63" providerId="ADAL" clId="{E6781732-E4C4-4FE4-BD18-EA7BBB4AD06E}" dt="2024-12-13T20:37:14.659" v="2583" actId="1076"/>
          <ac:picMkLst>
            <pc:docMk/>
            <pc:sldMk cId="1614691465" sldId="444"/>
            <ac:picMk id="6" creationId="{9CD9FDAD-B26D-D112-70C9-A35FF0DD11E2}"/>
          </ac:picMkLst>
        </pc:picChg>
        <pc:picChg chg="add mod modCrop">
          <ac:chgData name="Bacchetta, Maria - 01" userId="ce3d2631-919a-4582-bfee-619b2c5d4b63" providerId="ADAL" clId="{E6781732-E4C4-4FE4-BD18-EA7BBB4AD06E}" dt="2024-12-13T20:38:44.875" v="2816" actId="732"/>
          <ac:picMkLst>
            <pc:docMk/>
            <pc:sldMk cId="1614691465" sldId="444"/>
            <ac:picMk id="9" creationId="{D239A580-B0C3-1AD8-8C4F-ABD5EBEB7CF5}"/>
          </ac:picMkLst>
        </pc:picChg>
        <pc:picChg chg="add mod">
          <ac:chgData name="Bacchetta, Maria - 01" userId="ce3d2631-919a-4582-bfee-619b2c5d4b63" providerId="ADAL" clId="{E6781732-E4C4-4FE4-BD18-EA7BBB4AD06E}" dt="2024-12-13T20:38:49.221" v="2817" actId="1076"/>
          <ac:picMkLst>
            <pc:docMk/>
            <pc:sldMk cId="1614691465" sldId="444"/>
            <ac:picMk id="11" creationId="{A01F2F6F-1414-B43D-3076-8A07F33F06F7}"/>
          </ac:picMkLst>
        </pc:picChg>
      </pc:sldChg>
      <pc:sldChg chg="addSp delSp modSp mod">
        <pc:chgData name="Bacchetta, Maria - 01" userId="ce3d2631-919a-4582-bfee-619b2c5d4b63" providerId="ADAL" clId="{E6781732-E4C4-4FE4-BD18-EA7BBB4AD06E}" dt="2024-12-09T14:17:13.818" v="2003" actId="1035"/>
        <pc:sldMkLst>
          <pc:docMk/>
          <pc:sldMk cId="2100922833" sldId="445"/>
        </pc:sldMkLst>
        <pc:spChg chg="mod">
          <ac:chgData name="Bacchetta, Maria - 01" userId="ce3d2631-919a-4582-bfee-619b2c5d4b63" providerId="ADAL" clId="{E6781732-E4C4-4FE4-BD18-EA7BBB4AD06E}" dt="2024-12-09T14:05:00.122" v="903" actId="20577"/>
          <ac:spMkLst>
            <pc:docMk/>
            <pc:sldMk cId="2100922833" sldId="445"/>
            <ac:spMk id="4" creationId="{EA1A14D7-A409-9337-27AC-8F2BD65DF3B1}"/>
          </ac:spMkLst>
        </pc:spChg>
        <pc:spChg chg="del">
          <ac:chgData name="Bacchetta, Maria - 01" userId="ce3d2631-919a-4582-bfee-619b2c5d4b63" providerId="ADAL" clId="{E6781732-E4C4-4FE4-BD18-EA7BBB4AD06E}" dt="2024-12-09T14:04:03.273" v="743" actId="478"/>
          <ac:spMkLst>
            <pc:docMk/>
            <pc:sldMk cId="2100922833" sldId="445"/>
            <ac:spMk id="7" creationId="{12BAD681-662A-FE2C-37E6-827F06341C1D}"/>
          </ac:spMkLst>
        </pc:spChg>
        <pc:picChg chg="add mod modCrop">
          <ac:chgData name="Bacchetta, Maria - 01" userId="ce3d2631-919a-4582-bfee-619b2c5d4b63" providerId="ADAL" clId="{E6781732-E4C4-4FE4-BD18-EA7BBB4AD06E}" dt="2024-12-09T14:17:13.818" v="2003" actId="1035"/>
          <ac:picMkLst>
            <pc:docMk/>
            <pc:sldMk cId="2100922833" sldId="445"/>
            <ac:picMk id="6" creationId="{5F902774-BE14-EC7A-506F-97EEB8AD3950}"/>
          </ac:picMkLst>
        </pc:picChg>
      </pc:sldChg>
      <pc:sldChg chg="addSp delSp modSp mod">
        <pc:chgData name="Bacchetta, Maria - 01" userId="ce3d2631-919a-4582-bfee-619b2c5d4b63" providerId="ADAL" clId="{E6781732-E4C4-4FE4-BD18-EA7BBB4AD06E}" dt="2024-12-09T14:17:27.815" v="2054" actId="1035"/>
        <pc:sldMkLst>
          <pc:docMk/>
          <pc:sldMk cId="3945732544" sldId="446"/>
        </pc:sldMkLst>
        <pc:spChg chg="mod">
          <ac:chgData name="Bacchetta, Maria - 01" userId="ce3d2631-919a-4582-bfee-619b2c5d4b63" providerId="ADAL" clId="{E6781732-E4C4-4FE4-BD18-EA7BBB4AD06E}" dt="2024-12-09T14:07:18.040" v="1113" actId="14100"/>
          <ac:spMkLst>
            <pc:docMk/>
            <pc:sldMk cId="3945732544" sldId="446"/>
            <ac:spMk id="4" creationId="{BB44B8E4-55EB-2534-0046-D0FE9669E9A1}"/>
          </ac:spMkLst>
        </pc:spChg>
        <pc:spChg chg="del">
          <ac:chgData name="Bacchetta, Maria - 01" userId="ce3d2631-919a-4582-bfee-619b2c5d4b63" providerId="ADAL" clId="{E6781732-E4C4-4FE4-BD18-EA7BBB4AD06E}" dt="2024-12-09T14:07:06.025" v="1111" actId="478"/>
          <ac:spMkLst>
            <pc:docMk/>
            <pc:sldMk cId="3945732544" sldId="446"/>
            <ac:spMk id="7" creationId="{AAE1E95B-F46E-291E-EF9D-0F521171BDA3}"/>
          </ac:spMkLst>
        </pc:spChg>
        <pc:picChg chg="add mod">
          <ac:chgData name="Bacchetta, Maria - 01" userId="ce3d2631-919a-4582-bfee-619b2c5d4b63" providerId="ADAL" clId="{E6781732-E4C4-4FE4-BD18-EA7BBB4AD06E}" dt="2024-12-09T14:07:21.745" v="1114" actId="1076"/>
          <ac:picMkLst>
            <pc:docMk/>
            <pc:sldMk cId="3945732544" sldId="446"/>
            <ac:picMk id="6" creationId="{673DC44E-27B8-12C9-E37A-3CC091692177}"/>
          </ac:picMkLst>
        </pc:picChg>
        <pc:picChg chg="add mod">
          <ac:chgData name="Bacchetta, Maria - 01" userId="ce3d2631-919a-4582-bfee-619b2c5d4b63" providerId="ADAL" clId="{E6781732-E4C4-4FE4-BD18-EA7BBB4AD06E}" dt="2024-12-09T14:17:27.815" v="2054" actId="1035"/>
          <ac:picMkLst>
            <pc:docMk/>
            <pc:sldMk cId="3945732544" sldId="446"/>
            <ac:picMk id="9" creationId="{75C6CC21-335D-2544-CDCB-5A8D7D81B9DA}"/>
          </ac:picMkLst>
        </pc:picChg>
        <pc:picChg chg="add mod">
          <ac:chgData name="Bacchetta, Maria - 01" userId="ce3d2631-919a-4582-bfee-619b2c5d4b63" providerId="ADAL" clId="{E6781732-E4C4-4FE4-BD18-EA7BBB4AD06E}" dt="2024-12-09T14:17:21.694" v="2028" actId="1036"/>
          <ac:picMkLst>
            <pc:docMk/>
            <pc:sldMk cId="3945732544" sldId="446"/>
            <ac:picMk id="11" creationId="{52FE8EB2-E4D6-81B6-F1A5-122D2D041ED1}"/>
          </ac:picMkLst>
        </pc:picChg>
      </pc:sldChg>
      <pc:sldChg chg="addSp delSp modSp mod">
        <pc:chgData name="Bacchetta, Maria - 01" userId="ce3d2631-919a-4582-bfee-619b2c5d4b63" providerId="ADAL" clId="{E6781732-E4C4-4FE4-BD18-EA7BBB4AD06E}" dt="2024-12-09T14:18:51.742" v="2055" actId="478"/>
        <pc:sldMkLst>
          <pc:docMk/>
          <pc:sldMk cId="4098506103" sldId="447"/>
        </pc:sldMkLst>
        <pc:spChg chg="mod">
          <ac:chgData name="Bacchetta, Maria - 01" userId="ce3d2631-919a-4582-bfee-619b2c5d4b63" providerId="ADAL" clId="{E6781732-E4C4-4FE4-BD18-EA7BBB4AD06E}" dt="2024-12-09T14:11:37.673" v="1434" actId="20577"/>
          <ac:spMkLst>
            <pc:docMk/>
            <pc:sldMk cId="4098506103" sldId="447"/>
            <ac:spMk id="4" creationId="{8E840BCE-4129-3051-6541-698311FB3799}"/>
          </ac:spMkLst>
        </pc:spChg>
        <pc:spChg chg="del">
          <ac:chgData name="Bacchetta, Maria - 01" userId="ce3d2631-919a-4582-bfee-619b2c5d4b63" providerId="ADAL" clId="{E6781732-E4C4-4FE4-BD18-EA7BBB4AD06E}" dt="2024-12-09T14:18:51.742" v="2055" actId="478"/>
          <ac:spMkLst>
            <pc:docMk/>
            <pc:sldMk cId="4098506103" sldId="447"/>
            <ac:spMk id="7" creationId="{9CF52AE4-E49A-4E06-01ED-70C745F6695B}"/>
          </ac:spMkLst>
        </pc:spChg>
        <pc:picChg chg="add mod">
          <ac:chgData name="Bacchetta, Maria - 01" userId="ce3d2631-919a-4582-bfee-619b2c5d4b63" providerId="ADAL" clId="{E6781732-E4C4-4FE4-BD18-EA7BBB4AD06E}" dt="2024-12-09T14:11:49.407" v="1437" actId="1076"/>
          <ac:picMkLst>
            <pc:docMk/>
            <pc:sldMk cId="4098506103" sldId="447"/>
            <ac:picMk id="6" creationId="{CF40821F-65A3-1905-65DC-3172A9C18E96}"/>
          </ac:picMkLst>
        </pc:picChg>
        <pc:picChg chg="add mod modCrop">
          <ac:chgData name="Bacchetta, Maria - 01" userId="ce3d2631-919a-4582-bfee-619b2c5d4b63" providerId="ADAL" clId="{E6781732-E4C4-4FE4-BD18-EA7BBB4AD06E}" dt="2024-12-09T14:10:08.647" v="1246" actId="1076"/>
          <ac:picMkLst>
            <pc:docMk/>
            <pc:sldMk cId="4098506103" sldId="447"/>
            <ac:picMk id="9" creationId="{C11283F8-495C-8B93-3E0F-2863198B64D8}"/>
          </ac:picMkLst>
        </pc:picChg>
        <pc:picChg chg="add mod">
          <ac:chgData name="Bacchetta, Maria - 01" userId="ce3d2631-919a-4582-bfee-619b2c5d4b63" providerId="ADAL" clId="{E6781732-E4C4-4FE4-BD18-EA7BBB4AD06E}" dt="2024-12-09T14:11:43.219" v="1435" actId="1076"/>
          <ac:picMkLst>
            <pc:docMk/>
            <pc:sldMk cId="4098506103" sldId="447"/>
            <ac:picMk id="11" creationId="{76156F19-3A34-124A-EEFB-8A2CB319C4D1}"/>
          </ac:picMkLst>
        </pc:picChg>
        <pc:picChg chg="add mod">
          <ac:chgData name="Bacchetta, Maria - 01" userId="ce3d2631-919a-4582-bfee-619b2c5d4b63" providerId="ADAL" clId="{E6781732-E4C4-4FE4-BD18-EA7BBB4AD06E}" dt="2024-12-09T14:11:45.939" v="1436" actId="1076"/>
          <ac:picMkLst>
            <pc:docMk/>
            <pc:sldMk cId="4098506103" sldId="447"/>
            <ac:picMk id="13" creationId="{D7C285B9-AAC7-E13E-AA91-8FC26E89AAE5}"/>
          </ac:picMkLst>
        </pc:picChg>
      </pc:sldChg>
      <pc:sldChg chg="addSp delSp modSp add mod">
        <pc:chgData name="Bacchetta, Maria - 01" userId="ce3d2631-919a-4582-bfee-619b2c5d4b63" providerId="ADAL" clId="{E6781732-E4C4-4FE4-BD18-EA7BBB4AD06E}" dt="2024-12-09T14:12:10.313" v="1443" actId="1076"/>
        <pc:sldMkLst>
          <pc:docMk/>
          <pc:sldMk cId="2767862752" sldId="448"/>
        </pc:sldMkLst>
        <pc:spChg chg="mod">
          <ac:chgData name="Bacchetta, Maria - 01" userId="ce3d2631-919a-4582-bfee-619b2c5d4b63" providerId="ADAL" clId="{E6781732-E4C4-4FE4-BD18-EA7BBB4AD06E}" dt="2024-12-09T13:47:54.984" v="22" actId="20577"/>
          <ac:spMkLst>
            <pc:docMk/>
            <pc:sldMk cId="2767862752" sldId="448"/>
            <ac:spMk id="3" creationId="{2A5C1141-92BD-B3B2-E8BF-3A31591FCC7D}"/>
          </ac:spMkLst>
        </pc:spChg>
        <pc:spChg chg="del">
          <ac:chgData name="Bacchetta, Maria - 01" userId="ce3d2631-919a-4582-bfee-619b2c5d4b63" providerId="ADAL" clId="{E6781732-E4C4-4FE4-BD18-EA7BBB4AD06E}" dt="2024-12-09T14:11:55.954" v="1438" actId="478"/>
          <ac:spMkLst>
            <pc:docMk/>
            <pc:sldMk cId="2767862752" sldId="448"/>
            <ac:spMk id="4" creationId="{AEEE7835-A89C-AD2B-26A3-7A237501463F}"/>
          </ac:spMkLst>
        </pc:spChg>
        <pc:spChg chg="del mod">
          <ac:chgData name="Bacchetta, Maria - 01" userId="ce3d2631-919a-4582-bfee-619b2c5d4b63" providerId="ADAL" clId="{E6781732-E4C4-4FE4-BD18-EA7BBB4AD06E}" dt="2024-12-09T14:12:04.840" v="1441" actId="478"/>
          <ac:spMkLst>
            <pc:docMk/>
            <pc:sldMk cId="2767862752" sldId="448"/>
            <ac:spMk id="7" creationId="{7E1E9842-5521-936F-4B25-DC256B5A1F31}"/>
          </ac:spMkLst>
        </pc:spChg>
        <pc:spChg chg="add del mod">
          <ac:chgData name="Bacchetta, Maria - 01" userId="ce3d2631-919a-4582-bfee-619b2c5d4b63" providerId="ADAL" clId="{E6781732-E4C4-4FE4-BD18-EA7BBB4AD06E}" dt="2024-12-09T14:12:00.361" v="1439" actId="478"/>
          <ac:spMkLst>
            <pc:docMk/>
            <pc:sldMk cId="2767862752" sldId="448"/>
            <ac:spMk id="11" creationId="{E0F2CD54-1FF7-71CE-A005-5C05CD72749E}"/>
          </ac:spMkLst>
        </pc:spChg>
        <pc:picChg chg="add mod">
          <ac:chgData name="Bacchetta, Maria - 01" userId="ce3d2631-919a-4582-bfee-619b2c5d4b63" providerId="ADAL" clId="{E6781732-E4C4-4FE4-BD18-EA7BBB4AD06E}" dt="2024-12-09T14:12:07.358" v="1442" actId="1076"/>
          <ac:picMkLst>
            <pc:docMk/>
            <pc:sldMk cId="2767862752" sldId="448"/>
            <ac:picMk id="6" creationId="{A09594D0-D0B4-8EB8-468A-B878DC57A194}"/>
          </ac:picMkLst>
        </pc:picChg>
        <pc:picChg chg="add mod">
          <ac:chgData name="Bacchetta, Maria - 01" userId="ce3d2631-919a-4582-bfee-619b2c5d4b63" providerId="ADAL" clId="{E6781732-E4C4-4FE4-BD18-EA7BBB4AD06E}" dt="2024-12-09T14:12:10.313" v="1443" actId="1076"/>
          <ac:picMkLst>
            <pc:docMk/>
            <pc:sldMk cId="2767862752" sldId="448"/>
            <ac:picMk id="9" creationId="{29264682-5936-A9EF-93B5-DDD8C7BE16AD}"/>
          </ac:picMkLst>
        </pc:picChg>
      </pc:sldChg>
      <pc:sldChg chg="addSp delSp modSp new mod">
        <pc:chgData name="Bacchetta, Maria - 01" userId="ce3d2631-919a-4582-bfee-619b2c5d4b63" providerId="ADAL" clId="{E6781732-E4C4-4FE4-BD18-EA7BBB4AD06E}" dt="2024-12-09T14:13:32.087" v="1620" actId="20577"/>
        <pc:sldMkLst>
          <pc:docMk/>
          <pc:sldMk cId="1909669048" sldId="449"/>
        </pc:sldMkLst>
        <pc:spChg chg="mod">
          <ac:chgData name="Bacchetta, Maria - 01" userId="ce3d2631-919a-4582-bfee-619b2c5d4b63" providerId="ADAL" clId="{E6781732-E4C4-4FE4-BD18-EA7BBB4AD06E}" dt="2024-12-09T13:51:59.117" v="48" actId="20577"/>
          <ac:spMkLst>
            <pc:docMk/>
            <pc:sldMk cId="1909669048" sldId="449"/>
            <ac:spMk id="2" creationId="{A474AFA4-B79F-3142-004C-857E6D7607BC}"/>
          </ac:spMkLst>
        </pc:spChg>
        <pc:spChg chg="mod">
          <ac:chgData name="Bacchetta, Maria - 01" userId="ce3d2631-919a-4582-bfee-619b2c5d4b63" providerId="ADAL" clId="{E6781732-E4C4-4FE4-BD18-EA7BBB4AD06E}" dt="2024-12-09T14:13:32.087" v="1620" actId="20577"/>
          <ac:spMkLst>
            <pc:docMk/>
            <pc:sldMk cId="1909669048" sldId="449"/>
            <ac:spMk id="3" creationId="{E37411E3-7800-7BF8-A3C6-9BBEDB53876C}"/>
          </ac:spMkLst>
        </pc:spChg>
        <pc:spChg chg="del">
          <ac:chgData name="Bacchetta, Maria - 01" userId="ce3d2631-919a-4582-bfee-619b2c5d4b63" providerId="ADAL" clId="{E6781732-E4C4-4FE4-BD18-EA7BBB4AD06E}" dt="2024-12-09T14:12:44.289" v="1496" actId="478"/>
          <ac:spMkLst>
            <pc:docMk/>
            <pc:sldMk cId="1909669048" sldId="449"/>
            <ac:spMk id="4" creationId="{66BF78AA-9843-7398-FD79-D37E0D37E7E0}"/>
          </ac:spMkLst>
        </pc:spChg>
        <pc:picChg chg="add mod">
          <ac:chgData name="Bacchetta, Maria - 01" userId="ce3d2631-919a-4582-bfee-619b2c5d4b63" providerId="ADAL" clId="{E6781732-E4C4-4FE4-BD18-EA7BBB4AD06E}" dt="2024-12-09T14:12:58.532" v="1499" actId="1076"/>
          <ac:picMkLst>
            <pc:docMk/>
            <pc:sldMk cId="1909669048" sldId="449"/>
            <ac:picMk id="7" creationId="{3063E71A-66BB-7916-C65C-F4C507795928}"/>
          </ac:picMkLst>
        </pc:picChg>
      </pc:sldChg>
      <pc:sldChg chg="addSp delSp modSp add mod ord">
        <pc:chgData name="Bacchetta, Maria - 01" userId="ce3d2631-919a-4582-bfee-619b2c5d4b63" providerId="ADAL" clId="{E6781732-E4C4-4FE4-BD18-EA7BBB4AD06E}" dt="2024-12-13T20:39:33.258" v="2842" actId="1076"/>
        <pc:sldMkLst>
          <pc:docMk/>
          <pc:sldMk cId="628755819" sldId="450"/>
        </pc:sldMkLst>
        <pc:spChg chg="mod">
          <ac:chgData name="Bacchetta, Maria - 01" userId="ce3d2631-919a-4582-bfee-619b2c5d4b63" providerId="ADAL" clId="{E6781732-E4C4-4FE4-BD18-EA7BBB4AD06E}" dt="2024-12-09T13:57:27.620" v="160" actId="20577"/>
          <ac:spMkLst>
            <pc:docMk/>
            <pc:sldMk cId="628755819" sldId="450"/>
            <ac:spMk id="3" creationId="{9D97A95D-C41C-A66B-FA34-A18FEC4E7CAC}"/>
          </ac:spMkLst>
        </pc:spChg>
        <pc:spChg chg="mod">
          <ac:chgData name="Bacchetta, Maria - 01" userId="ce3d2631-919a-4582-bfee-619b2c5d4b63" providerId="ADAL" clId="{E6781732-E4C4-4FE4-BD18-EA7BBB4AD06E}" dt="2024-12-13T20:36:28.471" v="2572" actId="20577"/>
          <ac:spMkLst>
            <pc:docMk/>
            <pc:sldMk cId="628755819" sldId="450"/>
            <ac:spMk id="4" creationId="{BE6E6EFA-415D-C8B7-5CC3-82599EE17FCE}"/>
          </ac:spMkLst>
        </pc:spChg>
        <pc:spChg chg="del">
          <ac:chgData name="Bacchetta, Maria - 01" userId="ce3d2631-919a-4582-bfee-619b2c5d4b63" providerId="ADAL" clId="{E6781732-E4C4-4FE4-BD18-EA7BBB4AD06E}" dt="2024-12-13T20:30:29.576" v="2152" actId="22"/>
          <ac:spMkLst>
            <pc:docMk/>
            <pc:sldMk cId="628755819" sldId="450"/>
            <ac:spMk id="7" creationId="{5BEC1F12-B08E-420D-C077-507C3E89E082}"/>
          </ac:spMkLst>
        </pc:spChg>
        <pc:picChg chg="add mod ord modCrop">
          <ac:chgData name="Bacchetta, Maria - 01" userId="ce3d2631-919a-4582-bfee-619b2c5d4b63" providerId="ADAL" clId="{E6781732-E4C4-4FE4-BD18-EA7BBB4AD06E}" dt="2024-12-13T20:39:25.524" v="2840" actId="1076"/>
          <ac:picMkLst>
            <pc:docMk/>
            <pc:sldMk cId="628755819" sldId="450"/>
            <ac:picMk id="6" creationId="{9B0AC6A9-F434-7FC5-C62E-82949AD38362}"/>
          </ac:picMkLst>
        </pc:picChg>
        <pc:picChg chg="add mod">
          <ac:chgData name="Bacchetta, Maria - 01" userId="ce3d2631-919a-4582-bfee-619b2c5d4b63" providerId="ADAL" clId="{E6781732-E4C4-4FE4-BD18-EA7BBB4AD06E}" dt="2024-12-13T20:39:33.258" v="2842" actId="1076"/>
          <ac:picMkLst>
            <pc:docMk/>
            <pc:sldMk cId="628755819" sldId="450"/>
            <ac:picMk id="9" creationId="{4B4F6360-4A17-66EB-D57E-EF308E1CB408}"/>
          </ac:picMkLst>
        </pc:picChg>
        <pc:picChg chg="add mod modCrop">
          <ac:chgData name="Bacchetta, Maria - 01" userId="ce3d2631-919a-4582-bfee-619b2c5d4b63" providerId="ADAL" clId="{E6781732-E4C4-4FE4-BD18-EA7BBB4AD06E}" dt="2024-12-13T20:39:28.782" v="2841" actId="1076"/>
          <ac:picMkLst>
            <pc:docMk/>
            <pc:sldMk cId="628755819" sldId="450"/>
            <ac:picMk id="11" creationId="{8946F1F1-5C44-8193-6482-1EEC16A22DCC}"/>
          </ac:picMkLst>
        </pc:picChg>
      </pc:sldChg>
      <pc:sldChg chg="modSp new mod">
        <pc:chgData name="Bacchetta, Maria - 01" userId="ce3d2631-919a-4582-bfee-619b2c5d4b63" providerId="ADAL" clId="{E6781732-E4C4-4FE4-BD18-EA7BBB4AD06E}" dt="2024-12-13T20:42:22.438" v="3103" actId="20577"/>
        <pc:sldMkLst>
          <pc:docMk/>
          <pc:sldMk cId="3026451651" sldId="451"/>
        </pc:sldMkLst>
        <pc:spChg chg="mod">
          <ac:chgData name="Bacchetta, Maria - 01" userId="ce3d2631-919a-4582-bfee-619b2c5d4b63" providerId="ADAL" clId="{E6781732-E4C4-4FE4-BD18-EA7BBB4AD06E}" dt="2024-12-09T14:14:43.980" v="1642" actId="20577"/>
          <ac:spMkLst>
            <pc:docMk/>
            <pc:sldMk cId="3026451651" sldId="451"/>
            <ac:spMk id="2" creationId="{CA8A2482-3A57-C64C-4AD8-24DD3E6B9D45}"/>
          </ac:spMkLst>
        </pc:spChg>
        <pc:spChg chg="mod">
          <ac:chgData name="Bacchetta, Maria - 01" userId="ce3d2631-919a-4582-bfee-619b2c5d4b63" providerId="ADAL" clId="{E6781732-E4C4-4FE4-BD18-EA7BBB4AD06E}" dt="2024-12-13T20:42:16.546" v="3097" actId="20577"/>
          <ac:spMkLst>
            <pc:docMk/>
            <pc:sldMk cId="3026451651" sldId="451"/>
            <ac:spMk id="3" creationId="{EAD34541-0BB0-904A-FAE5-E72F0BBEBA70}"/>
          </ac:spMkLst>
        </pc:spChg>
        <pc:spChg chg="mod">
          <ac:chgData name="Bacchetta, Maria - 01" userId="ce3d2631-919a-4582-bfee-619b2c5d4b63" providerId="ADAL" clId="{E6781732-E4C4-4FE4-BD18-EA7BBB4AD06E}" dt="2024-12-13T20:42:22.438" v="3103" actId="20577"/>
          <ac:spMkLst>
            <pc:docMk/>
            <pc:sldMk cId="3026451651" sldId="451"/>
            <ac:spMk id="4" creationId="{D11DA2E5-EFF7-3E96-7409-E8CFFBF8BF0F}"/>
          </ac:spMkLst>
        </pc:spChg>
      </pc:sldChg>
      <pc:sldChg chg="modSp new del mod">
        <pc:chgData name="Bacchetta, Maria - 01" userId="ce3d2631-919a-4582-bfee-619b2c5d4b63" providerId="ADAL" clId="{E6781732-E4C4-4FE4-BD18-EA7BBB4AD06E}" dt="2024-12-13T20:31:37.166" v="2168" actId="47"/>
        <pc:sldMkLst>
          <pc:docMk/>
          <pc:sldMk cId="2342318084" sldId="452"/>
        </pc:sldMkLst>
        <pc:spChg chg="mod">
          <ac:chgData name="Bacchetta, Maria - 01" userId="ce3d2631-919a-4582-bfee-619b2c5d4b63" providerId="ADAL" clId="{E6781732-E4C4-4FE4-BD18-EA7BBB4AD06E}" dt="2024-12-13T20:29:34.783" v="2139" actId="20577"/>
          <ac:spMkLst>
            <pc:docMk/>
            <pc:sldMk cId="2342318084" sldId="452"/>
            <ac:spMk id="2" creationId="{74B1C300-EBCD-40BC-5A47-812965C24E55}"/>
          </ac:spMkLst>
        </pc:spChg>
        <pc:spChg chg="mod">
          <ac:chgData name="Bacchetta, Maria - 01" userId="ce3d2631-919a-4582-bfee-619b2c5d4b63" providerId="ADAL" clId="{E6781732-E4C4-4FE4-BD18-EA7BBB4AD06E}" dt="2024-12-13T20:29:38.755" v="2151" actId="20577"/>
          <ac:spMkLst>
            <pc:docMk/>
            <pc:sldMk cId="2342318084" sldId="452"/>
            <ac:spMk id="3" creationId="{0945CB44-C86E-184B-21C7-79BF66BEE8AD}"/>
          </ac:spMkLst>
        </pc:spChg>
      </pc:sldChg>
      <pc:sldChg chg="modSp new mod">
        <pc:chgData name="Bacchetta, Maria - 01" userId="ce3d2631-919a-4582-bfee-619b2c5d4b63" providerId="ADAL" clId="{E6781732-E4C4-4FE4-BD18-EA7BBB4AD06E}" dt="2024-12-13T20:45:47.845" v="3164" actId="20577"/>
        <pc:sldMkLst>
          <pc:docMk/>
          <pc:sldMk cId="3164068100" sldId="452"/>
        </pc:sldMkLst>
        <pc:spChg chg="mod">
          <ac:chgData name="Bacchetta, Maria - 01" userId="ce3d2631-919a-4582-bfee-619b2c5d4b63" providerId="ADAL" clId="{E6781732-E4C4-4FE4-BD18-EA7BBB4AD06E}" dt="2024-12-13T20:45:47.845" v="3164" actId="20577"/>
          <ac:spMkLst>
            <pc:docMk/>
            <pc:sldMk cId="3164068100" sldId="452"/>
            <ac:spMk id="2" creationId="{18927A8F-06C8-1F60-2AC2-A3B5B461DC07}"/>
          </ac:spMkLst>
        </pc:spChg>
      </pc:sldChg>
    </pc:docChg>
  </pc:docChgLst>
  <pc:docChgLst>
    <pc:chgData name="Guest User" userId="S::urn:spo:anon#afe7373a1d40028eebd5cbb5bcb4ebef640ddda700025afc8090d1603e7fac2d::" providerId="AD" clId="Web-{F8769FEF-FE8F-F770-DED8-5A18EAFAFF11}"/>
    <pc:docChg chg="modSld">
      <pc:chgData name="Guest User" userId="S::urn:spo:anon#afe7373a1d40028eebd5cbb5bcb4ebef640ddda700025afc8090d1603e7fac2d::" providerId="AD" clId="Web-{F8769FEF-FE8F-F770-DED8-5A18EAFAFF11}" dt="2024-12-16T15:03:02.902" v="1" actId="20577"/>
      <pc:docMkLst>
        <pc:docMk/>
      </pc:docMkLst>
      <pc:sldChg chg="modSp">
        <pc:chgData name="Guest User" userId="S::urn:spo:anon#afe7373a1d40028eebd5cbb5bcb4ebef640ddda700025afc8090d1603e7fac2d::" providerId="AD" clId="Web-{F8769FEF-FE8F-F770-DED8-5A18EAFAFF11}" dt="2024-12-16T15:03:02.902" v="1" actId="20577"/>
        <pc:sldMkLst>
          <pc:docMk/>
          <pc:sldMk cId="3164068100" sldId="452"/>
        </pc:sldMkLst>
        <pc:spChg chg="mod">
          <ac:chgData name="Guest User" userId="S::urn:spo:anon#afe7373a1d40028eebd5cbb5bcb4ebef640ddda700025afc8090d1603e7fac2d::" providerId="AD" clId="Web-{F8769FEF-FE8F-F770-DED8-5A18EAFAFF11}" dt="2024-12-16T15:03:02.902" v="1" actId="20577"/>
          <ac:spMkLst>
            <pc:docMk/>
            <pc:sldMk cId="3164068100" sldId="452"/>
            <ac:spMk id="2" creationId="{18927A8F-06C8-1F60-2AC2-A3B5B461DC0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4D2272-D660-A337-AEF3-BE066BD5453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FE5A70-71C2-F335-270C-B94537340C5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C5A369-CA0E-4FC6-90EE-5FA969A08EF8}" type="datetimeFigureOut">
              <a:rPr lang="en-US" smtClean="0"/>
              <a:t>12/16/2024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E1B03-0F86-16E7-11BE-81F9F4CD66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4524B8-3914-99B2-2620-0F2A88D335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210F9-8331-407C-A034-F95DCB303E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0058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AB06A-EEDC-421C-B5A0-5E9E5241A8E5}" type="datetimeFigureOut">
              <a:rPr lang="en-US" smtClean="0"/>
              <a:t>12/16/2024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F9438-3EEF-4192-9815-F6F44770AE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2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047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630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41FC3-738E-31C5-900C-AD5C4CD00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09A0FE-13C5-C909-5B46-CB37CF660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506D0E-CB3B-30AE-A0A7-25E86B5A06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6B2D23-DEAE-54EE-F4F2-BEF5BC46D2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2132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0027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ABBF1-9107-D1D8-41F2-D90356BE7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BE38B0-52FC-F6A1-5C7D-966EF1D6E8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53C3CC-F595-FC1F-B333-D0329CCB6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9F0ADE-A12B-76FE-CDF0-7A201F8C2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494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E01D8-36B8-E614-264D-C1103003F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D61577-654E-E725-B1E5-E38F7F95DD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47B999-34D3-F8B4-2DF1-F8E4A3F9F6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EFC7DB-5E9A-5932-20A0-4066F7198C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325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52BE2-3567-AA58-1A44-20574C795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9DD385-7A6B-314D-BE27-0E26D9562B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54D226-CFE7-E207-07D2-DBAEA6578B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91743D-20FD-EA4F-9259-CDD403742A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6348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077FB-D0E5-D802-DFE8-B129F357F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5F9C57-846E-CAF9-86F4-F8F2DD1A27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818965-1149-207A-CAA8-25DAB53C00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15AA91-0B45-B73F-2FF0-59A53989D9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1282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C87CC-8307-C4ED-ECAF-C3F2C42C8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BB671C-96A3-0822-51E1-5A39168C58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C22B28-F5B2-0024-465C-11D3B2A4B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D3FF6-7856-2118-6B81-3887C0CA93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2131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4E1CC-4A2D-4354-DB9F-B49D74D36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1ECF7C-E071-E3DB-9D60-6A5BE6D41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68D8B9-2AF7-D6B1-0C32-486B3C5D58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4E960-98C3-B047-9278-5B3F2A880A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100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D9960-406F-4187-A0E6-BD19C6840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326" y="919716"/>
            <a:ext cx="8504275" cy="3551275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27E7FE-647D-4B2F-BA13-AB3ED4C5C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9326" y="4795284"/>
            <a:ext cx="8504275" cy="1084522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16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EF785-E0A7-4496-A5BA-49B0156F26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64706" y="6433202"/>
            <a:ext cx="2426446" cy="36784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2C627-38A1-4A14-8822-D8D33751C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BE346-5F34-48CD-8928-DA8567AE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3203"/>
            <a:ext cx="702781" cy="367842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36382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9839C-7D7A-49F1-8BFE-85C6C7D78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748DC-EBB9-44C6-8566-38F87FF7F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19673"/>
            <a:ext cx="9914860" cy="412331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42198-F50F-4C8A-9BD9-4CC3950F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23285" y="6434524"/>
            <a:ext cx="2067867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2F5AB-D8C6-4AE1-8FAE-CD0499CB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36" y="6437376"/>
            <a:ext cx="3775914" cy="365125"/>
          </a:xfrm>
        </p:spPr>
        <p:txBody>
          <a:bodyPr/>
          <a:lstStyle>
            <a:lvl1pPr algn="l">
              <a:defRPr>
                <a:solidFill>
                  <a:schemeClr val="accent2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C58D8-B582-4DB3-A94D-05624019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4524"/>
            <a:ext cx="6932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93947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8A94B-011C-4B13-8C12-E91BF7A40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320800"/>
            <a:ext cx="9144000" cy="3095813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6D5F3-887C-4A8F-842A-0294A9FB0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3999" y="4589463"/>
            <a:ext cx="914400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4588B-131A-42F3-B76C-62BD65E4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1AB28-20BD-4CD8-9840-985C3EDBA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3C85C-3801-46F0-A100-616F5F2F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18702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5CB06-0454-4BF1-8011-F8B1A9595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20A70-D33B-4461-B74C-3F59ADB16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8813" y="2163725"/>
            <a:ext cx="4610986" cy="4013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1BDF9-836E-431C-8EFA-417A9BEE9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260" y="2163725"/>
            <a:ext cx="4853763" cy="40132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D9F59-B591-4E2F-899E-3CA78CE8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CFD12-B3EC-432C-B264-8AB571CAA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3CBBA-71B3-4857-80E7-525E89FD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9050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1886-4F39-4E3E-948D-DBC73F267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C7B2A-B6BE-46FD-9278-A5246BF7E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85295-E4B5-4D75-954F-B07A2F4CA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35623"/>
            <a:ext cx="5157787" cy="35540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87ABF0-C78D-4589-8FA5-0D6238B4B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6A4064-2E0A-4FC3-837B-14EC0EF3A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35623"/>
            <a:ext cx="5183188" cy="355404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E3C169-8D29-4CC4-9581-748178F3C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4EC709-AAD9-475C-AC6A-943A8E872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0C0E3E-587D-46EB-AAF5-011C137B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1097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3E062-B7F5-4D30-B416-1BBB4A7D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DFF7A-EBD3-4FEB-8451-5D735506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54A2D-2C4B-4E1D-AC16-E3B1F1DDB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11F373-DB96-4AEA-8E3E-7EDEA213D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97710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42744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9F8C-8071-4BE5-AD6F-C98F481D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135B3-14BA-4A88-B6B3-88B77B1C6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C3A4D-5B69-44B4-B17F-770E83F00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1C41D-2A59-4512-8034-6DB705787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5C494-778C-4EE6-9402-242E1CDD9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677B9-C338-4033-9AFE-B8B81C5D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3924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77DE-4C2E-476F-A419-57470FB6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9FD1A0-93AE-469A-ADDF-2453B64CAA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19C9C-EF97-4910-9419-6D7202609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87172-A64E-4C38-82ED-2A7050B0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C3E24-28E2-4512-BEA0-DAEC5E84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04F0D-DA84-434D-B136-BEE9FD80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65268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B05F0-2B44-47BC-86B3-58E2C708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5B5DA-7628-4AC1-8EAE-5010C2A98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4E7C3-7830-49F3-9F45-4B2F2B4CA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5E328-AD12-449C-BE6E-76DF005E8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F374F-390D-49D8-A7C8-5BEFA3532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85615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50F530-2925-4F98-89EC-95C2EC4769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A79366-3281-483D-8731-0D01B2B24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ED8B2-BE7F-4417-8A8A-A95C8BB70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A0D96-671F-4A85-89C6-946624CB1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BA434-2E32-4719-B45C-0490D685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11012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5040DA2-B75D-1B49-51F9-967501F7F6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4876" y="887638"/>
            <a:ext cx="10202248" cy="5094496"/>
          </a:xfrm>
        </p:spPr>
        <p:txBody>
          <a:bodyPr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93BDAB-CB06-403B-00FD-9D1C2812A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0939" y="2990938"/>
            <a:ext cx="6855801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FB1FDB-9C8A-890A-5051-8D49E105F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104"/>
            <a:ext cx="12192000" cy="8739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 21">
            <a:extLst>
              <a:ext uri="{FF2B5EF4-FFF2-40B4-BE49-F238E27FC236}">
                <a16:creationId xmlns:a16="http://schemas.microsoft.com/office/drawing/2014/main" id="{46056E81-9CB5-42E9-6689-B711F575C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981493" y="0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22">
            <a:extLst>
              <a:ext uri="{FF2B5EF4-FFF2-40B4-BE49-F238E27FC236}">
                <a16:creationId xmlns:a16="http://schemas.microsoft.com/office/drawing/2014/main" id="{3D075254-6FC4-6738-BBBE-1BACB99E4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8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2028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b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5BA2562-20F9-9DC8-81EB-6ED26B24D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099"/>
            <a:ext cx="12192000" cy="8739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 25">
            <a:extLst>
              <a:ext uri="{FF2B5EF4-FFF2-40B4-BE49-F238E27FC236}">
                <a16:creationId xmlns:a16="http://schemas.microsoft.com/office/drawing/2014/main" id="{369E878B-C75C-98DC-B694-2C40507C4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44" y="3657675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 27">
            <a:extLst>
              <a:ext uri="{FF2B5EF4-FFF2-40B4-BE49-F238E27FC236}">
                <a16:creationId xmlns:a16="http://schemas.microsoft.com/office/drawing/2014/main" id="{DC03A063-67E0-718E-206C-6C807C200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5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30">
            <a:extLst>
              <a:ext uri="{FF2B5EF4-FFF2-40B4-BE49-F238E27FC236}">
                <a16:creationId xmlns:a16="http://schemas.microsoft.com/office/drawing/2014/main" id="{6D86FEEF-2721-A616-B636-7C6F8B1B5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-433923" y="5546250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4AC20A76-77DC-62F7-C0E5-66C03853B3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9" y="1478396"/>
            <a:ext cx="3710355" cy="3445297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CF99A149-DEF4-9E0F-D0DE-E859DB6CA5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60465" y="1477963"/>
            <a:ext cx="5536135" cy="3446462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2458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3FFEEC7-A0A7-27CB-3F2D-796281DCDC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104"/>
            <a:ext cx="12192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 20">
            <a:extLst>
              <a:ext uri="{FF2B5EF4-FFF2-40B4-BE49-F238E27FC236}">
                <a16:creationId xmlns:a16="http://schemas.microsoft.com/office/drawing/2014/main" id="{2DCCFF86-2471-421E-E5FF-E38943252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0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21">
            <a:extLst>
              <a:ext uri="{FF2B5EF4-FFF2-40B4-BE49-F238E27FC236}">
                <a16:creationId xmlns:a16="http://schemas.microsoft.com/office/drawing/2014/main" id="{8300B484-623C-071D-E849-138F76141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-433923" y="5546255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99A6249F-0E28-0ABF-FE63-7ECC0E1062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805" y="344399"/>
            <a:ext cx="9599008" cy="1729547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CCC29225-33B5-6D19-F0BA-DE3F864F640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370867" y="2274034"/>
            <a:ext cx="4643438" cy="329863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20">
            <a:extLst>
              <a:ext uri="{FF2B5EF4-FFF2-40B4-BE49-F238E27FC236}">
                <a16:creationId xmlns:a16="http://schemas.microsoft.com/office/drawing/2014/main" id="{FB67020D-DF60-17C1-8DEC-EDECF653540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18375" y="2274034"/>
            <a:ext cx="4643438" cy="329863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5812651-A64E-FA0C-7D84-B20BA7C67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10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A08E557-10DB-421A-876E-1AE58F8E07C4}"/>
              </a:ext>
            </a:extLst>
          </p:cNvPr>
          <p:cNvSpPr/>
          <p:nvPr/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EBCA0-8609-4F35-8CA7-7AD35FDACD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spc="50" baseline="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A9639-38D2-4CD4-A861-F6B4C6CB9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F00B1-16C1-47B3-A7A0-B71468312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F9501-5B6B-4DAF-B59D-3C129ED80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spc="50" baseline="0">
                <a:solidFill>
                  <a:srgbClr val="FFFFFF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85DBD-B7AE-41D8-8CF1-B21CD58E1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536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30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5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736">
          <p15:clr>
            <a:srgbClr val="F26B43"/>
          </p15:clr>
        </p15:guide>
        <p15:guide id="4" orient="horz" pos="3312">
          <p15:clr>
            <a:srgbClr val="F26B43"/>
          </p15:clr>
        </p15:guide>
        <p15:guide id="5" orient="horz" pos="432">
          <p15:clr>
            <a:srgbClr val="F26B43"/>
          </p15:clr>
        </p15:guide>
        <p15:guide id="7" pos="4416">
          <p15:clr>
            <a:srgbClr val="F26B43"/>
          </p15:clr>
        </p15:guide>
        <p15:guide id="8" pos="5568">
          <p15:clr>
            <a:srgbClr val="F26B43"/>
          </p15:clr>
        </p15:guide>
        <p15:guide id="9" pos="7296">
          <p15:clr>
            <a:srgbClr val="F26B43"/>
          </p15:clr>
        </p15:guide>
        <p15:guide id="10" pos="2688">
          <p15:clr>
            <a:srgbClr val="F26B43"/>
          </p15:clr>
        </p15:guide>
        <p15:guide id="11" pos="1536">
          <p15:clr>
            <a:srgbClr val="F26B43"/>
          </p15:clr>
        </p15:guide>
        <p15:guide id="12" pos="384">
          <p15:clr>
            <a:srgbClr val="F26B43"/>
          </p15:clr>
        </p15:guide>
        <p15:guide id="13" pos="2112">
          <p15:clr>
            <a:srgbClr val="F26B43"/>
          </p15:clr>
        </p15:guide>
        <p15:guide id="14" pos="4992">
          <p15:clr>
            <a:srgbClr val="F26B43"/>
          </p15:clr>
        </p15:guide>
        <p15:guide id="15" pos="6720">
          <p15:clr>
            <a:srgbClr val="F26B43"/>
          </p15:clr>
        </p15:guide>
        <p15:guide id="16" pos="960">
          <p15:clr>
            <a:srgbClr val="F26B43"/>
          </p15:clr>
        </p15:guide>
        <p15:guide id="17" pos="3264">
          <p15:clr>
            <a:srgbClr val="F26B43"/>
          </p15:clr>
        </p15:guide>
        <p15:guide id="18" orient="horz" pos="1008">
          <p15:clr>
            <a:srgbClr val="F26B43"/>
          </p15:clr>
        </p15:guide>
        <p15:guide id="19" orient="horz" pos="3888">
          <p15:clr>
            <a:srgbClr val="F26B43"/>
          </p15:clr>
        </p15:guide>
        <p15:guide id="20" pos="6144">
          <p15:clr>
            <a:srgbClr val="F26B43"/>
          </p15:clr>
        </p15:guide>
        <p15:guide id="21" orient="horz" pos="1584">
          <p15:clr>
            <a:srgbClr val="F26B43"/>
          </p15:clr>
        </p15:guide>
        <p15:guide id="22" pos="576">
          <p15:clr>
            <a:srgbClr val="F26B43"/>
          </p15:clr>
        </p15:guide>
        <p15:guide id="23" pos="7104">
          <p15:clr>
            <a:srgbClr val="F26B43"/>
          </p15:clr>
        </p15:guide>
        <p15:guide id="24" pos="768">
          <p15:clr>
            <a:srgbClr val="F26B43"/>
          </p15:clr>
        </p15:guide>
        <p15:guide id="25" pos="6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onlinegdb.com/ZI__ft2P4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0D9AD-F97D-8DCF-97C2-FEE69475C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CSII FINAL PROJECT</a:t>
            </a:r>
            <a:br>
              <a:rPr lang="en-US" dirty="0"/>
            </a:br>
            <a:r>
              <a:rPr lang="en-US" dirty="0"/>
              <a:t>crossword game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9882FA-049D-25F3-3F24-590E9D0F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8F2136-04BC-F5E4-F865-2958F9D1F6B4}"/>
              </a:ext>
            </a:extLst>
          </p:cNvPr>
          <p:cNvSpPr txBox="1"/>
          <p:nvPr/>
        </p:nvSpPr>
        <p:spPr>
          <a:xfrm>
            <a:off x="883403" y="5255572"/>
            <a:ext cx="3719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By Maria Bacchetta</a:t>
            </a:r>
          </a:p>
          <a:p>
            <a:r>
              <a:rPr lang="en-US" dirty="0">
                <a:solidFill>
                  <a:schemeClr val="bg1"/>
                </a:solidFill>
              </a:rPr>
              <a:t>For Dr. </a:t>
            </a:r>
            <a:r>
              <a:rPr lang="en-US" dirty="0" err="1">
                <a:solidFill>
                  <a:schemeClr val="bg1"/>
                </a:solidFill>
              </a:rPr>
              <a:t>Shadha</a:t>
            </a:r>
            <a:r>
              <a:rPr lang="en-US" dirty="0">
                <a:solidFill>
                  <a:schemeClr val="bg1"/>
                </a:solidFill>
              </a:rPr>
              <a:t> Tabatabai</a:t>
            </a:r>
          </a:p>
        </p:txBody>
      </p:sp>
    </p:spTree>
    <p:extLst>
      <p:ext uri="{BB962C8B-B14F-4D97-AF65-F5344CB8AC3E}">
        <p14:creationId xmlns:p14="http://schemas.microsoft.com/office/powerpoint/2010/main" val="344104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504103-6319-C1BA-994F-97D3A9F1A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7927D6-AFA7-348E-8C32-400C1E6F32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081954" y="1044009"/>
            <a:ext cx="6831535" cy="4318403"/>
          </a:xfrm>
        </p:spPr>
        <p:txBody>
          <a:bodyPr>
            <a:normAutofit fontScale="92500" lnSpcReduction="20000"/>
          </a:bodyPr>
          <a:lstStyle/>
          <a:p>
            <a:pPr algn="l">
              <a:spcBef>
                <a:spcPts val="900"/>
              </a:spcBef>
              <a:spcAft>
                <a:spcPts val="900"/>
              </a:spcAft>
            </a:pPr>
            <a:r>
              <a:rPr lang="en-US" b="0" i="0" dirty="0">
                <a:solidFill>
                  <a:srgbClr val="1E384C"/>
                </a:solidFill>
                <a:effectLst/>
                <a:latin typeface="LatoWeb"/>
              </a:rPr>
              <a:t>1- OOP </a:t>
            </a:r>
          </a:p>
          <a:p>
            <a:pPr algn="l">
              <a:spcBef>
                <a:spcPts val="900"/>
              </a:spcBef>
              <a:spcAft>
                <a:spcPts val="900"/>
              </a:spcAft>
            </a:pPr>
            <a:r>
              <a:rPr lang="en-US" b="0" i="0" dirty="0">
                <a:solidFill>
                  <a:srgbClr val="1E384C"/>
                </a:solidFill>
                <a:effectLst/>
                <a:latin typeface="LatoWeb"/>
              </a:rPr>
              <a:t>2- List Comprehension </a:t>
            </a:r>
          </a:p>
          <a:p>
            <a:pPr algn="l">
              <a:spcBef>
                <a:spcPts val="900"/>
              </a:spcBef>
              <a:spcAft>
                <a:spcPts val="900"/>
              </a:spcAft>
            </a:pPr>
            <a:r>
              <a:rPr lang="en-US" b="0" i="0" dirty="0">
                <a:solidFill>
                  <a:srgbClr val="1E384C"/>
                </a:solidFill>
                <a:effectLst/>
                <a:latin typeface="LatoWeb"/>
              </a:rPr>
              <a:t>3- File </a:t>
            </a:r>
          </a:p>
          <a:p>
            <a:pPr algn="l">
              <a:spcBef>
                <a:spcPts val="900"/>
              </a:spcBef>
              <a:spcAft>
                <a:spcPts val="900"/>
              </a:spcAft>
            </a:pPr>
            <a:r>
              <a:rPr lang="en-US" dirty="0">
                <a:solidFill>
                  <a:srgbClr val="1E384C"/>
                </a:solidFill>
                <a:latin typeface="LatoWeb"/>
              </a:rPr>
              <a:t>4- T</a:t>
            </a:r>
            <a:r>
              <a:rPr lang="en-US" b="0" i="0" dirty="0">
                <a:solidFill>
                  <a:srgbClr val="1E384C"/>
                </a:solidFill>
                <a:effectLst/>
                <a:latin typeface="LatoWeb"/>
              </a:rPr>
              <a:t>ry-Except</a:t>
            </a:r>
          </a:p>
          <a:p>
            <a:pPr algn="l">
              <a:spcBef>
                <a:spcPts val="900"/>
              </a:spcBef>
              <a:spcAft>
                <a:spcPts val="900"/>
              </a:spcAft>
            </a:pPr>
            <a:r>
              <a:rPr lang="en-US" dirty="0">
                <a:solidFill>
                  <a:srgbClr val="1E384C"/>
                </a:solidFill>
                <a:latin typeface="LatoWeb"/>
              </a:rPr>
              <a:t>5</a:t>
            </a:r>
            <a:r>
              <a:rPr lang="en-US" b="0" i="0" dirty="0">
                <a:solidFill>
                  <a:srgbClr val="1E384C"/>
                </a:solidFill>
                <a:effectLst/>
                <a:latin typeface="LatoWeb"/>
              </a:rPr>
              <a:t>- Dictionary   </a:t>
            </a:r>
          </a:p>
          <a:p>
            <a:pPr algn="l">
              <a:spcBef>
                <a:spcPts val="900"/>
              </a:spcBef>
              <a:spcAft>
                <a:spcPts val="900"/>
              </a:spcAft>
            </a:pPr>
            <a:r>
              <a:rPr lang="en-US" dirty="0">
                <a:solidFill>
                  <a:srgbClr val="1E384C"/>
                </a:solidFill>
                <a:latin typeface="LatoWeb"/>
              </a:rPr>
              <a:t>6</a:t>
            </a:r>
            <a:r>
              <a:rPr lang="en-US" b="0" i="0" dirty="0">
                <a:solidFill>
                  <a:srgbClr val="1E384C"/>
                </a:solidFill>
                <a:effectLst/>
                <a:latin typeface="LatoWeb"/>
              </a:rPr>
              <a:t>- Built-in functions with string</a:t>
            </a:r>
          </a:p>
          <a:p>
            <a:pPr algn="l">
              <a:spcBef>
                <a:spcPts val="900"/>
              </a:spcBef>
              <a:spcAft>
                <a:spcPts val="900"/>
              </a:spcAft>
            </a:pPr>
            <a:r>
              <a:rPr lang="en-US" b="0" i="0" dirty="0">
                <a:solidFill>
                  <a:srgbClr val="1E384C"/>
                </a:solidFill>
                <a:effectLst/>
                <a:latin typeface="LatoWeb"/>
              </a:rPr>
              <a:t>7- NumPy</a:t>
            </a:r>
          </a:p>
          <a:p>
            <a:pPr algn="l">
              <a:spcBef>
                <a:spcPts val="900"/>
              </a:spcBef>
              <a:spcAft>
                <a:spcPts val="900"/>
              </a:spcAft>
            </a:pPr>
            <a:r>
              <a:rPr lang="en-US" b="0" i="0" dirty="0">
                <a:solidFill>
                  <a:srgbClr val="1E384C"/>
                </a:solidFill>
                <a:effectLst/>
                <a:latin typeface="LatoWeb"/>
              </a:rPr>
              <a:t>8- Menu Function</a:t>
            </a:r>
          </a:p>
          <a:p>
            <a:pPr algn="l">
              <a:spcBef>
                <a:spcPts val="900"/>
              </a:spcBef>
              <a:spcAft>
                <a:spcPts val="900"/>
              </a:spcAft>
            </a:pPr>
            <a:r>
              <a:rPr lang="en-US" dirty="0">
                <a:solidFill>
                  <a:srgbClr val="1E384C"/>
                </a:solidFill>
                <a:latin typeface="LatoWeb"/>
              </a:rPr>
              <a:t>9</a:t>
            </a:r>
            <a:r>
              <a:rPr lang="en-US" b="0" i="0" dirty="0">
                <a:solidFill>
                  <a:srgbClr val="1E384C"/>
                </a:solidFill>
                <a:effectLst/>
                <a:latin typeface="LatoWeb"/>
              </a:rPr>
              <a:t>- Input Validation 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1DBFA3-4929-EF34-6EC0-62D2B68178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017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E7394-569F-7E6D-5F83-9753343D7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97A95D-C41C-A66B-FA34-A18FEC4E7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6E6EFA-415D-C8B7-5CC3-82599EE17FC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0867" y="2274034"/>
            <a:ext cx="3526597" cy="3298630"/>
          </a:xfrm>
        </p:spPr>
        <p:txBody>
          <a:bodyPr>
            <a:normAutofit fontScale="92500" lnSpcReduction="20000"/>
          </a:bodyPr>
          <a:lstStyle/>
          <a:p>
            <a:r>
              <a:rPr lang="en-US" noProof="1"/>
              <a:t>Crossword class is used to create the empty corsword and the answer crossword</a:t>
            </a:r>
          </a:p>
          <a:p>
            <a:r>
              <a:rPr lang="en-US" noProof="1"/>
              <a:t>Game1 is the current game (object) I have created, but more crossword games can be created in the future using the Crossword class</a:t>
            </a:r>
          </a:p>
          <a:p>
            <a:r>
              <a:rPr lang="en-US" noProof="1"/>
              <a:t>Game is a subclass of Crossword, containing the main functionalities of the game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FD5379-057B-1502-DAD2-6D907B4ADA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B0AC6A9-F434-7FC5-C62E-82949AD38362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/>
          <a:srcRect r="36478"/>
          <a:stretch/>
        </p:blipFill>
        <p:spPr>
          <a:xfrm>
            <a:off x="5564258" y="2038332"/>
            <a:ext cx="6067865" cy="3060929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4F6360-4A17-66EB-D57E-EF308E1CB4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795" y="5242611"/>
            <a:ext cx="2798328" cy="5318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46F1F1-5C44-8193-6482-1EEC16A22DC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3886"/>
          <a:stretch/>
        </p:blipFill>
        <p:spPr>
          <a:xfrm>
            <a:off x="6096000" y="1319514"/>
            <a:ext cx="5497880" cy="590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755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465791-02C3-85CB-EC2D-AE1D097AD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comprehension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7CC286-7253-B31F-DFE6-802920A9FC6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noProof="1"/>
              <a:t>Mainly used to display the items in a list to achieve a menu look</a:t>
            </a:r>
          </a:p>
          <a:p>
            <a:r>
              <a:rPr lang="en-US" noProof="1"/>
              <a:t>Also used to replace letters from a word with underscores so that the user sees blank spaces instead of the answer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EF2AD9-EC94-1F3D-3B79-64938E47A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14DC79-B0AE-3F81-3A86-255FAE757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277" y="2873360"/>
            <a:ext cx="4666536" cy="8020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3BF7D8-82C1-4BAB-341C-A348774CC3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5729"/>
          <a:stretch/>
        </p:blipFill>
        <p:spPr>
          <a:xfrm>
            <a:off x="313593" y="4757332"/>
            <a:ext cx="11402157" cy="4246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4BB7B54-0708-61DF-D729-ABB8171D8B6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" r="52005" b="6415"/>
          <a:stretch/>
        </p:blipFill>
        <p:spPr>
          <a:xfrm>
            <a:off x="313593" y="5130944"/>
            <a:ext cx="11402157" cy="42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864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FA314-3A30-2B4C-D1C5-00D0002F7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3A1A05-572C-BB56-C4A4-FD03CF0E8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B1433-67F9-DDFD-250E-D1971E848B9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0867" y="2274034"/>
            <a:ext cx="3991547" cy="3298630"/>
          </a:xfrm>
        </p:spPr>
        <p:txBody>
          <a:bodyPr/>
          <a:lstStyle/>
          <a:p>
            <a:r>
              <a:rPr lang="en-US" noProof="1"/>
              <a:t>Used to create a game log with the user’s username and time taken to complete the crossword</a:t>
            </a:r>
          </a:p>
          <a:p>
            <a:r>
              <a:rPr lang="en-US" noProof="1"/>
              <a:t>User can choose to open/read the log file or not</a:t>
            </a:r>
          </a:p>
          <a:p>
            <a:r>
              <a:rPr lang="en-US" noProof="1"/>
              <a:t>Used try and except in case the user wants to open the log before having played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8E0D81-648F-1426-724B-E938FEA78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CD9FDAD-B26D-D112-70C9-A35FF0DD11E2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/>
          <a:srcRect b="24532"/>
          <a:stretch/>
        </p:blipFill>
        <p:spPr>
          <a:xfrm>
            <a:off x="8173127" y="1556406"/>
            <a:ext cx="3543300" cy="884171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39A580-B0C3-1AD8-8C4F-ABD5EBEB7C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800"/>
          <a:stretch/>
        </p:blipFill>
        <p:spPr>
          <a:xfrm>
            <a:off x="5504960" y="4936929"/>
            <a:ext cx="6211467" cy="9620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01F2F6F-1414-B43D-3076-8A07F33F06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5227" y="2524727"/>
            <a:ext cx="579120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691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57B09-61A2-BDA5-9878-01C069535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D0FFA6A-8C0F-28D9-8949-BEE690C60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and except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65DD06-4EC2-B706-AF41-45EBE5052BD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noProof="1"/>
              <a:t>Used to convert capital letters into column numbers</a:t>
            </a:r>
          </a:p>
          <a:p>
            <a:r>
              <a:rPr lang="en-US" noProof="1"/>
              <a:t>This is due to the definitions dictionary using capital letters as keys for “Down” words to avoid confusion</a:t>
            </a:r>
          </a:p>
          <a:p>
            <a:r>
              <a:rPr lang="en-US" noProof="1"/>
              <a:t>With try and except, there is no error and the code may continue to run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5C631B-A589-7621-D2D3-2974D9122A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FD0AC6E-EC55-7A53-61D5-78F1A85CA01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440242-40BF-0FBF-6C8D-AF42A7208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758" y="2274034"/>
            <a:ext cx="5038100" cy="3298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992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8CEC9-6F8C-A0A1-AEAE-F0C5D5652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8DF85D8-78FF-4838-3EE8-158BEBF05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1A14D7-A409-9337-27AC-8F2BD65DF3B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0866" y="2274034"/>
            <a:ext cx="9525733" cy="3298630"/>
          </a:xfrm>
        </p:spPr>
        <p:txBody>
          <a:bodyPr/>
          <a:lstStyle/>
          <a:p>
            <a:r>
              <a:rPr lang="en-US" noProof="1"/>
              <a:t>Dictionary for the definitions </a:t>
            </a:r>
          </a:p>
          <a:p>
            <a:r>
              <a:rPr lang="en-US" noProof="1"/>
              <a:t>Dictionary for the answers, using the same keys as the one used in dict_definitions</a:t>
            </a:r>
          </a:p>
          <a:p>
            <a:r>
              <a:rPr lang="en-US" noProof="1"/>
              <a:t>Lists are used for menu displays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6B4C14-E314-398C-1DE8-E6ABAF301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902774-BE14-EC7A-506F-97EEB8AD39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3988"/>
          <a:stretch/>
        </p:blipFill>
        <p:spPr>
          <a:xfrm>
            <a:off x="343587" y="4164497"/>
            <a:ext cx="11524563" cy="74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922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E0FA0-D7CA-1BB8-69A6-D95C26FEC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E86F338-EC5D-BD89-CC2F-6F972F2E5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function with string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44B8E4-55EB-2534-0046-D0FE9669E9A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0866" y="2274034"/>
            <a:ext cx="10039123" cy="3298630"/>
          </a:xfrm>
        </p:spPr>
        <p:txBody>
          <a:bodyPr/>
          <a:lstStyle/>
          <a:p>
            <a:r>
              <a:rPr lang="en-US" noProof="1"/>
              <a:t>Used .upper() built in function to change all the guesses into all caps so that the crossword is less confusing and to compare with the answer, “complete_array”, which uses all caps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A0BDCB-83D9-BA1F-E2A9-E1FA49D12C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3DC44E-27B8-12C9-E37A-3CC091692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865" y="5184214"/>
            <a:ext cx="7309685" cy="4232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C6CC21-335D-2544-CDCB-5A8D7D81B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5569" y="4296503"/>
            <a:ext cx="6780862" cy="3924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FE8EB2-E4D6-81B6-F1A5-122D2D041E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2155" y="3396975"/>
            <a:ext cx="6297835" cy="42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732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9A9FF-B5F1-F73C-5CCF-30AE8F58B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BF0AB4B-6037-A9A1-965B-70C528D52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NumPy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840BCE-4129-3051-6541-698311FB379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noProof="1"/>
              <a:t>Crossword itself is a two dimension array with 5 rows and 5 columns</a:t>
            </a:r>
          </a:p>
          <a:p>
            <a:r>
              <a:rPr lang="en-US" noProof="1"/>
              <a:t>Used .full() NumPy function to fill the empty crossword with blanks</a:t>
            </a:r>
          </a:p>
          <a:p>
            <a:r>
              <a:rPr lang="en-US" noProof="1"/>
              <a:t>Used array_equal to compare the user’s crossword puzzle to the correct crossword puzzle</a:t>
            </a:r>
          </a:p>
          <a:p>
            <a:r>
              <a:rPr lang="en-US" noProof="1"/>
              <a:t>Mixed list built-in function and array to add word s to the matrix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AB951B-E90B-2799-28D7-33D4B05755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40821F-65A3-1905-65DC-3172A9C18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374" y="2241362"/>
            <a:ext cx="3834208" cy="4907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1283F8-495C-8B93-3E0F-2863198B64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2226"/>
          <a:stretch/>
        </p:blipFill>
        <p:spPr>
          <a:xfrm>
            <a:off x="6318374" y="2812104"/>
            <a:ext cx="5092575" cy="8748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156F19-3A34-124A-EEFB-8A2CB319C4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7484" y="5221731"/>
            <a:ext cx="6285220" cy="3836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7C285B9-AAC7-E13E-AA91-8FC26E89AA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374" y="3876629"/>
            <a:ext cx="5800528" cy="109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506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C9E5E-18D7-0E15-B470-E5DEE9FDD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5C1141-92BD-B3B2-E8BF-3A31591FC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Menu Function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D72F9F-F565-6DCC-8C85-5DBCE16D5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9594D0-D0B4-8EB8-468A-B878DC57A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923" y="1734522"/>
            <a:ext cx="8867775" cy="2657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264682-5936-A9EF-93B5-DDD8C7BE16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5011" y="3883942"/>
            <a:ext cx="6334125" cy="1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862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4AFA4-B79F-3142-004C-857E6D760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411E3-7800-7BF8-A3C6-9BBEDB53876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0867" y="2274034"/>
            <a:ext cx="2340769" cy="3298630"/>
          </a:xfrm>
        </p:spPr>
        <p:txBody>
          <a:bodyPr/>
          <a:lstStyle/>
          <a:p>
            <a:r>
              <a:rPr lang="en-US" dirty="0"/>
              <a:t>Used if/else block to ensure correct input</a:t>
            </a:r>
          </a:p>
          <a:p>
            <a:r>
              <a:rPr lang="en-US" dirty="0"/>
              <a:t>To avoid errors ending the code</a:t>
            </a:r>
          </a:p>
          <a:p>
            <a:r>
              <a:rPr lang="en-US" dirty="0"/>
              <a:t>To make sure user didn’t mistype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071867-02F7-2F33-2E9D-91D0DE7F37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63E71A-66BB-7916-C65C-F4C507795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1636" y="2073946"/>
            <a:ext cx="8095739" cy="3498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669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A2482-3A57-C64C-4AD8-24DD3E6B9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 and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34541-0BB0-904A-FAE5-E72F0BBEBA7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NumPy is an incredibly powerful tool</a:t>
            </a:r>
          </a:p>
          <a:p>
            <a:r>
              <a:rPr lang="en-US" dirty="0"/>
              <a:t>List comprehension makes life much easier when trying to lay out information</a:t>
            </a:r>
          </a:p>
          <a:p>
            <a:r>
              <a:rPr lang="en-US" dirty="0"/>
              <a:t>Understood how to use NumPy and Try/Except much better</a:t>
            </a:r>
          </a:p>
          <a:p>
            <a:r>
              <a:rPr lang="en-US" dirty="0"/>
              <a:t>Understood File much better</a:t>
            </a:r>
          </a:p>
          <a:p>
            <a:r>
              <a:rPr lang="en-US" dirty="0"/>
              <a:t>Learned about “time” library in python, which is used to add clocks and timers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1DA2E5-EFF7-3E96-7409-E8CFFBF8BF0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I would like to find a more efficient way of  converting from capital letter to integer numbers, maybe using list or dictionary </a:t>
            </a:r>
          </a:p>
          <a:p>
            <a:r>
              <a:rPr lang="en-US" dirty="0"/>
              <a:t>Add a GUI to show the time elapsed while the user is playing</a:t>
            </a:r>
          </a:p>
          <a:p>
            <a:r>
              <a:rPr lang="en-US" dirty="0"/>
              <a:t>Solved the “</a:t>
            </a:r>
            <a:r>
              <a:rPr lang="en-US" dirty="0" err="1"/>
              <a:t>create_answer_matrix</a:t>
            </a:r>
            <a:r>
              <a:rPr lang="en-US" dirty="0"/>
              <a:t>()” so that I can create different crosswords without needing to hard-code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0FFF38-0153-738B-136D-2EA4C2F19A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451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27A8F-06C8-1F60-2AC2-A3B5B461D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Link to </a:t>
            </a:r>
            <a:r>
              <a:rPr lang="en-US" sz="2400" dirty="0" err="1"/>
              <a:t>onlinegdb</a:t>
            </a:r>
            <a:r>
              <a:rPr lang="en-US" sz="2400" dirty="0"/>
              <a:t> :</a:t>
            </a:r>
            <a:br>
              <a:rPr lang="en-US" sz="2400" dirty="0"/>
            </a:br>
            <a:r>
              <a:rPr lang="en-US" sz="2400" dirty="0">
                <a:hlinkClick r:id="rId2"/>
              </a:rPr>
              <a:t>https://onlinegdb.com/ZI__ft2P4</a:t>
            </a: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6A507B-549F-B48B-3CCF-4DF3A2824C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068100"/>
      </p:ext>
    </p:extLst>
  </p:cSld>
  <p:clrMapOvr>
    <a:masterClrMapping/>
  </p:clrMapOvr>
</p:sld>
</file>

<file path=ppt/theme/theme1.xml><?xml version="1.0" encoding="utf-8"?>
<a:theme xmlns:a="http://schemas.openxmlformats.org/drawingml/2006/main" name="ModOverlayVTI">
  <a:themeElements>
    <a:clrScheme name="Custom 50">
      <a:dk1>
        <a:sysClr val="windowText" lastClr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Elephant Arial Nova Light">
      <a:majorFont>
        <a:latin typeface="Elephan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OverlayVTI" id="{85202D65-63D3-4793-A090-FA8DF18DC0BE}" vid="{91924FCD-E846-48AE-B233-F25A78D18B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C5C2001-E626-4890-B405-22B5BD1CB0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0D7C3E5-1734-4636-9EC5-AEB06BF1FB20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5453AF4-4FB0-4B39-9296-55DED383E9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{1B6C4982-02EA-4841-A5D4-B717BB01A5EA}tf89118109_win32</Template>
  <TotalTime>55</TotalTime>
  <Words>519</Words>
  <Application>Microsoft Office PowerPoint</Application>
  <PresentationFormat>Widescreen</PresentationFormat>
  <Paragraphs>77</Paragraphs>
  <Slides>13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ModOverlayVTI</vt:lpstr>
      <vt:lpstr>CSII FINAL PROJECT crossword game</vt:lpstr>
      <vt:lpstr>Contents</vt:lpstr>
      <vt:lpstr>OOP </vt:lpstr>
      <vt:lpstr>List comprehension</vt:lpstr>
      <vt:lpstr>File </vt:lpstr>
      <vt:lpstr>Try and except</vt:lpstr>
      <vt:lpstr>Dictionary </vt:lpstr>
      <vt:lpstr>Built-in function with string </vt:lpstr>
      <vt:lpstr>NumPy</vt:lpstr>
      <vt:lpstr>Menu Function</vt:lpstr>
      <vt:lpstr>Input Validation</vt:lpstr>
      <vt:lpstr>Takeaways and changes</vt:lpstr>
      <vt:lpstr>Link to onlinegdb : https://onlinegdb.com/ZI__ft2P4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Bacchetta, Maria - 01</dc:creator>
  <cp:lastModifiedBy>Bacchetta, Maria - 01</cp:lastModifiedBy>
  <cp:revision>3</cp:revision>
  <dcterms:created xsi:type="dcterms:W3CDTF">2024-12-09T13:41:06Z</dcterms:created>
  <dcterms:modified xsi:type="dcterms:W3CDTF">2024-12-16T15:03:10Z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